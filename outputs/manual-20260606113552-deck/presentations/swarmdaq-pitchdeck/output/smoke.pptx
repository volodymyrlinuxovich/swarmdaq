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4f30226f4e4f0b" /><Relationship Type="http://schemas.openxmlformats.org/officeDocument/2006/relationships/extended-properties" Target="/docProps/app.xml" Id="Rc998b7de82d74375" /><Relationship Type="http://schemas.openxmlformats.org/officeDocument/2006/relationships/officeDocument" Target="/ppt/presentation.xml" Id="R2fa720a557ae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29078bd4a74239"/>
  </p:sldMasterIdLst>
  <p:notesMasterIdLst>
    <p:notesMasterId xmlns:r="http://schemas.openxmlformats.org/officeDocument/2006/relationships" r:id="R39040b14725f48a7"/>
  </p:notesMasterIdLst>
  <p:sldIdLst>
    <p:sldId xmlns:r="http://schemas.openxmlformats.org/officeDocument/2006/relationships" id="256" r:id="R261b3d9e1bfb41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a0b77fb9a49dd" /><Relationship Type="http://schemas.openxmlformats.org/officeDocument/2006/relationships/slideMaster" Target="/ppt/slideMasters/slideMaster1.xml" Id="R2d29078bd4a74239" /><Relationship Type="http://schemas.openxmlformats.org/officeDocument/2006/relationships/notesMaster" Target="/ppt/notesMasters/notesMaster1.xml" Id="R39040b14725f48a7" /><Relationship Type="http://schemas.openxmlformats.org/officeDocument/2006/relationships/presProps" Target="/ppt/presProps.xml" Id="R9eaa44901be84211" /><Relationship Type="http://schemas.openxmlformats.org/officeDocument/2006/relationships/viewProps" Target="/ppt/viewProps.xml" Id="R187ae35eed594a20" /><Relationship Type="http://schemas.openxmlformats.org/officeDocument/2006/relationships/tableStyles" Target="/ppt/tableStyles.xml" Id="Rd984a3c076ce48f3" /><Relationship Type="http://schemas.openxmlformats.org/officeDocument/2006/relationships/slide" Target="/ppt/slides/slide1.xml" Id="R261b3d9e1bfb41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971248d4ea41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a67bdc833441f" /><Relationship Type="http://schemas.openxmlformats.org/officeDocument/2006/relationships/notesMaster" Target="/ppt/notesMasters/notesMaster1.xml" Id="R1c113dd1958348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d61ffbb7e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087a4618844925" /><Relationship Type="http://schemas.openxmlformats.org/officeDocument/2006/relationships/slideLayout" Target="/ppt/slideLayouts/slideLayout1.xml" Id="Rb7b89ff05fd1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89ff05fd1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6ffaa8794194" /><Relationship Type="http://schemas.openxmlformats.org/officeDocument/2006/relationships/notesSlide" Target="/ppt/notesSlides/notesSlide1.xml" Id="R7053bd70beaa45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500B7F-6DAB-45D1-ABDA-0253AF7D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FD6E7-FEBD-4581-8C82-ED3DC4CE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C355D-D784-4A11-BF8E-236EA7C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01100-A434-407D-B154-795E8488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87AF4-5EA6-4996-93D1-E05CE917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E230B-128E-4809-AA75-77270BE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08A26-4B93-4EEA-B38A-3D0A015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1D57E-824E-4703-B1C2-EBCDE97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ED937-2667-4156-83E5-1C75E56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8027E-A975-4017-A1F5-73D030E8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94832-51A0-4A9B-A8B4-885A3D9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53116-1625-4AAF-AD9C-C68A76F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12B3A-05D8-41F0-9CE7-C9656034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D927F-51B6-4C91-BDF4-8BE8BA6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3341A-A9F9-4637-91DA-F55A5F63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FEB14-CD52-4903-B885-E69C6087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FB816-C4FF-41F5-8E66-7AC5DE7B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78D45-B7E6-4633-A6BC-09573F1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5EB20-FDA6-404D-A684-49378E34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30EB9-EA66-4ABB-B700-A822AB66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8F773-5428-434A-B0C1-22FFCA96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ACC31-3ACE-44D6-8ED9-715F0FEA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33B27-A0F7-4479-BE69-E273037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A5D79-BA1A-4D44-8C92-C98CBCB9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10628-2FC4-4EDD-9093-FF8E0EA8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89731-2A1C-47A1-A117-69264D9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CF058-B88D-405E-8E3E-B531B61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SwarmDAQ repo, paper, and live demo.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BE302-DC75-45AE-A379-B1DCEFA8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E756A-2503-4616-9939-393F3BBC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7145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FF88">
              <a:alpha val="7843"/>
            </a:srgbClr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28B1E-19F3-401D-ABC5-BBF4496E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99946-999D-4A0E-8562-6A61A6A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LIVE TECHNICAL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20E1C-8902-458A-8CFD-5F29895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5334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3163D5-60EC-4644-929D-8FB4D40C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 market-based performance exchange for self-improving AI agent swarms.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30C119-9752-40C5-BC14-CD727D4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33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Agents bid on tasks. A MarketMaker routes with math. Weave traces the run. Evaluation updates reputation memory. The next swarm is smarter.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813ED1-CE3F-4103-88AE-36E0C62A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2000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E2694F-A23D-486E-960F-78219A6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specialized agents with persistent market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8EB881-F92C-448B-B473-4EBEDA52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8642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A4DBFE-3C43-41CB-9A23-2392D65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8155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7+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ABC58-56FB-4C4E-94F0-1614328B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959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routing signals beyond prompt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AAFFF-5828-4F32-9ED6-31FDAA5F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86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96A6C4-B555-4BD5-9EF8-5B050ABA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8155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88EAA2-C10F-406B-A5B7-90CFC60A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959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run demo: learn, over-correct, recover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7C31D-97D5-4A4D-957F-1F94A033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86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A7DE6D-65ED-4B6E-9E3A-9483954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5725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17362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9DD50-8119-427E-9938-5F98041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>
              <a:alpha val="5098"/>
            </a:srgbClr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5242D4-1027-462A-8ED3-141473C8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3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EAE1C5-3AF8-45E2-9788-37EA3B84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20955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FF88">
              <a:alpha val="6275"/>
            </a:srgbClr>
          </a:solidFill>
          <a:ln xmlns:a="http://schemas.openxmlformats.org/drawingml/2006/main" w="9525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900BB8-B179-4BDD-B66C-41AB9ADD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955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MarketMaker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6DF476-6E2A-4904-A490-45F83CA9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71775"/>
            <a:ext cx="1790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weighted score: skill, trust, UCB, bid, Elo, graph, cost, latency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B16B7B-6916-4E06-A921-EBA29746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17145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549F80-CE65-4460-A5B8-C3BD367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811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F2EA96-3AF0-4C6B-9C12-CE0D78F9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quality, factuality, usefulness, actionability, collaboration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BFC702-8F3F-49A7-805C-356755D5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7145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4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5AC700-6316-4EF7-8268-AF6800E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433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Memory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133BEF-9B20-43D2-82D1-66036F36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9575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Redis or in-memory: Beta, Elo, task history, graph trust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07EBEB-25F4-4A4A-B3A3-552AB273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8097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A86CFF">
              <a:alpha val="6275"/>
            </a:srgbClr>
          </a:solidFill>
          <a:ln xmlns:a="http://schemas.openxmlformats.org/drawingml/2006/main" w="9525">
            <a:solidFill>
              <a:srgbClr val="A86CFF">
                <a:alpha val="4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C329E6-739C-4A0E-BD65-433C205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Agents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F049EB-6CFB-4283-B069-6E8C370E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1504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planner, research, verifier, builder, pitch, skeptic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4EB47D-6C8B-4923-A068-FE33688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478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BA0153-BBDC-41B8-ABD1-0E682E7D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BC9C74-34B3-4820-A460-63C94335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38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D7ABD7-48D4-4909-9FE1-C6B61C38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performance market</a:t>
            </a:r>
          </a:p>
        </p:txBody>
      </p:sp>
    </p:spTree>
    <p:extLst>
      <p:ext uri="{BB962C8B-B14F-4D97-AF65-F5344CB8AC3E}">
        <p14:creationId xmlns:p14="http://schemas.microsoft.com/office/powerpoint/2010/main" val="396669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2026-06-06T18:42:41.1250000Z</dcterms:created>
  <dcterms:modified xsi:type="dcterms:W3CDTF">2026-06-06T18:42:41.1250000Z</dcterms:modified>
</coreProperties>
</file>